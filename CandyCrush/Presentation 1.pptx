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F4980-3052-8FB0-221B-E1BACB88B1C9}" v="82" dt="2026-01-19T11:12:28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1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4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1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8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4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84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9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8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7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5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9B6340-9D54-4548-B87C-24BA7EA53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86AF8C-B8BD-C15B-0E86-F60B2421F5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44" r="16655" b="-9"/>
          <a:stretch>
            <a:fillRect/>
          </a:stretch>
        </p:blipFill>
        <p:spPr>
          <a:xfrm>
            <a:off x="-50042" y="-39158"/>
            <a:ext cx="7918858" cy="6897158"/>
          </a:xfrm>
          <a:prstGeom prst="rect">
            <a:avLst/>
          </a:pr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99031" y="-39157"/>
            <a:ext cx="5592970" cy="6897158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9478" y="1122363"/>
            <a:ext cx="3622922" cy="2387600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200"/>
              <a:t>Automatizare Joc Candy Crush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59478" y="3602038"/>
            <a:ext cx="362292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dirty="0" err="1"/>
              <a:t>Realizat</a:t>
            </a:r>
            <a:r>
              <a:rPr lang="en-US" dirty="0"/>
              <a:t> de</a:t>
            </a:r>
          </a:p>
          <a:p>
            <a:pPr algn="r"/>
            <a:r>
              <a:rPr lang="en-US" dirty="0"/>
              <a:t>Molnar Razvan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6BC3-9AC2-B8F1-66E3-20606F85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Obiectivul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Proiectului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A42EA-E1DC-E798-5D9C-FB2E75A5B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Obiectiv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Crearea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unui</a:t>
            </a:r>
            <a:r>
              <a:rPr lang="en-US">
                <a:ea typeface="+mn-lt"/>
                <a:cs typeface="+mn-lt"/>
              </a:rPr>
              <a:t> agent software care </a:t>
            </a:r>
            <a:r>
              <a:rPr lang="en-US" err="1">
                <a:ea typeface="+mn-lt"/>
                <a:cs typeface="+mn-lt"/>
              </a:rPr>
              <a:t>rezolvă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autonom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jocul</a:t>
            </a:r>
            <a:r>
              <a:rPr lang="en-US">
                <a:ea typeface="+mn-lt"/>
                <a:cs typeface="+mn-lt"/>
              </a:rPr>
              <a:t> Match-3.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Configurație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Tablă</a:t>
            </a:r>
            <a:r>
              <a:rPr lang="en-US" dirty="0">
                <a:ea typeface="+mn-lt"/>
                <a:cs typeface="+mn-lt"/>
              </a:rPr>
              <a:t> 11×11, 4 </a:t>
            </a:r>
            <a:r>
              <a:rPr lang="en-US" dirty="0" err="1">
                <a:ea typeface="+mn-lt"/>
                <a:cs typeface="+mn-lt"/>
              </a:rPr>
              <a:t>culori</a:t>
            </a:r>
            <a:r>
              <a:rPr lang="en-US" dirty="0">
                <a:ea typeface="+mn-lt"/>
                <a:cs typeface="+mn-lt"/>
              </a:rPr>
              <a:t>, reguli standard de </a:t>
            </a:r>
            <a:r>
              <a:rPr lang="en-US" dirty="0" err="1">
                <a:ea typeface="+mn-lt"/>
                <a:cs typeface="+mn-lt"/>
              </a:rPr>
              <a:t>gravitație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Țintă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Atingerea</a:t>
            </a:r>
            <a:r>
              <a:rPr lang="en-US" dirty="0">
                <a:ea typeface="+mn-lt"/>
                <a:cs typeface="+mn-lt"/>
              </a:rPr>
              <a:t> a 10.000 </a:t>
            </a:r>
            <a:r>
              <a:rPr lang="en-US" dirty="0" err="1">
                <a:ea typeface="+mn-lt"/>
                <a:cs typeface="+mn-lt"/>
              </a:rPr>
              <a:t>puncte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joc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100 de </a:t>
            </a:r>
            <a:r>
              <a:rPr lang="en-US" dirty="0" err="1">
                <a:ea typeface="+mn-lt"/>
                <a:cs typeface="+mn-lt"/>
              </a:rPr>
              <a:t>jocuri</a:t>
            </a:r>
            <a:r>
              <a:rPr lang="en-US" dirty="0">
                <a:ea typeface="+mn-lt"/>
                <a:cs typeface="+mn-lt"/>
              </a:rPr>
              <a:t> simulate.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Constrângeri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Implementare</a:t>
            </a:r>
            <a:r>
              <a:rPr lang="en-US" dirty="0">
                <a:ea typeface="+mn-lt"/>
                <a:cs typeface="+mn-lt"/>
              </a:rPr>
              <a:t> "Single-File" (</a:t>
            </a:r>
            <a:r>
              <a:rPr lang="en-US" dirty="0" err="1">
                <a:ea typeface="+mn-lt"/>
                <a:cs typeface="+mn-lt"/>
              </a:rPr>
              <a:t>fișier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unic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portabilitate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Timp de </a:t>
            </a:r>
            <a:r>
              <a:rPr lang="en-US" dirty="0" err="1">
                <a:ea typeface="+mn-lt"/>
                <a:cs typeface="+mn-lt"/>
              </a:rPr>
              <a:t>execuție</a:t>
            </a:r>
            <a:r>
              <a:rPr lang="en-US" dirty="0">
                <a:ea typeface="+mn-lt"/>
                <a:cs typeface="+mn-lt"/>
              </a:rPr>
              <a:t> rapid (&lt; 120s).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Fără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dependențe</a:t>
            </a:r>
            <a:r>
              <a:rPr lang="en-US" dirty="0">
                <a:ea typeface="+mn-lt"/>
                <a:cs typeface="+mn-lt"/>
              </a:rPr>
              <a:t> externe (</a:t>
            </a:r>
            <a:r>
              <a:rPr lang="en-US" dirty="0" err="1">
                <a:ea typeface="+mn-lt"/>
                <a:cs typeface="+mn-lt"/>
              </a:rPr>
              <a:t>doar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librării</a:t>
            </a:r>
            <a:r>
              <a:rPr lang="en-US" dirty="0">
                <a:ea typeface="+mn-lt"/>
                <a:cs typeface="+mn-lt"/>
              </a:rPr>
              <a:t> standard Python).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33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BCEF-D8A0-901A-7861-ED9D895A0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Structura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Codului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Arhitectură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7323-2A38-BA72-C0A4-B4C0CE4C2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Clasa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latin typeface="Consolas"/>
              </a:rPr>
              <a:t>CandyBoard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Gestionează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matricea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regulile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fizice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gravitație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reumplere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Conține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logica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complexă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detecție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Linii</a:t>
            </a:r>
            <a:r>
              <a:rPr lang="en-US" dirty="0">
                <a:ea typeface="+mn-lt"/>
                <a:cs typeface="+mn-lt"/>
              </a:rPr>
              <a:t>, L, T).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Clasa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latin typeface="Consolas"/>
              </a:rPr>
              <a:t>GameRunner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Controlează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bucla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simulare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cele</a:t>
            </a:r>
            <a:r>
              <a:rPr lang="en-US" dirty="0">
                <a:ea typeface="+mn-lt"/>
                <a:cs typeface="+mn-lt"/>
              </a:rPr>
              <a:t> 100 de </a:t>
            </a:r>
            <a:r>
              <a:rPr lang="en-US" dirty="0" err="1">
                <a:ea typeface="+mn-lt"/>
                <a:cs typeface="+mn-lt"/>
              </a:rPr>
              <a:t>jocuri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Colectează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datele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statistice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Clasa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>
                <a:latin typeface="Consolas"/>
              </a:rPr>
              <a:t>Formation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Structură</a:t>
            </a:r>
            <a:r>
              <a:rPr lang="en-US" dirty="0">
                <a:ea typeface="+mn-lt"/>
                <a:cs typeface="+mn-lt"/>
              </a:rPr>
              <a:t> de date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stocarea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formelor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valide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scorurilor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18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A0242-9020-FAB4-F234-2A7BB616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Algoritmul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Detecție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9D534-6A3E-0566-4520-61DC2C099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Scanare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Identifică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segmentele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orizontale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verticale</a:t>
            </a:r>
            <a:r>
              <a:rPr lang="en-US" dirty="0">
                <a:ea typeface="+mn-lt"/>
                <a:cs typeface="+mn-lt"/>
              </a:rPr>
              <a:t> ($\</a:t>
            </a:r>
            <a:r>
              <a:rPr lang="en-US" dirty="0" err="1">
                <a:ea typeface="+mn-lt"/>
                <a:cs typeface="+mn-lt"/>
              </a:rPr>
              <a:t>ge</a:t>
            </a:r>
            <a:r>
              <a:rPr lang="en-US" dirty="0">
                <a:ea typeface="+mn-lt"/>
                <a:cs typeface="+mn-lt"/>
              </a:rPr>
              <a:t> 3$).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Intersecții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Combină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segmentele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găsi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formele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complexe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Forma 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Intersecție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mijlocul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segmentelor</a:t>
            </a:r>
            <a:r>
              <a:rPr lang="en-US" dirty="0">
                <a:ea typeface="+mn-lt"/>
                <a:cs typeface="+mn-lt"/>
              </a:rPr>
              <a:t> (30p).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Forma L: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Intersecție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capetele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segmentelor</a:t>
            </a:r>
            <a:r>
              <a:rPr lang="en-US" dirty="0">
                <a:ea typeface="+mn-lt"/>
                <a:cs typeface="+mn-lt"/>
              </a:rPr>
              <a:t> (20p).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Prioritizare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Sortează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formele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descrescător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după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scor</a:t>
            </a:r>
            <a:r>
              <a:rPr lang="en-US" dirty="0">
                <a:ea typeface="+mn-lt"/>
                <a:cs typeface="+mn-lt"/>
              </a:rPr>
              <a:t> (50p $\to$ 5p).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Anti-Dublare: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celulă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folosită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singură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dată</a:t>
            </a:r>
            <a:r>
              <a:rPr lang="en-US" dirty="0">
                <a:ea typeface="+mn-lt"/>
                <a:cs typeface="+mn-lt"/>
              </a:rPr>
              <a:t> per pas de </a:t>
            </a:r>
            <a:r>
              <a:rPr lang="en-US" dirty="0" err="1">
                <a:ea typeface="+mn-lt"/>
                <a:cs typeface="+mn-lt"/>
              </a:rPr>
              <a:t>eliminare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65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C34F-5B80-143A-F74E-F39516B8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Strategia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Agentului</a:t>
            </a:r>
            <a:r>
              <a:rPr lang="en-US" dirty="0">
                <a:ea typeface="+mj-lt"/>
                <a:cs typeface="+mj-lt"/>
              </a:rPr>
              <a:t> (AI)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BD62C-4884-74A2-1E38-81509C250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Pasul 1: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Generează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lista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tuturor</a:t>
            </a:r>
            <a:r>
              <a:rPr lang="en-US" dirty="0">
                <a:ea typeface="+mn-lt"/>
                <a:cs typeface="+mn-lt"/>
              </a:rPr>
              <a:t> swap-</a:t>
            </a:r>
            <a:r>
              <a:rPr lang="en-US" dirty="0" err="1">
                <a:ea typeface="+mn-lt"/>
                <a:cs typeface="+mn-lt"/>
              </a:rPr>
              <a:t>urilor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valide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posibile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Pasul 2: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Simulează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rezultatul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fiecare</a:t>
            </a:r>
            <a:r>
              <a:rPr lang="en-US" dirty="0">
                <a:ea typeface="+mn-lt"/>
                <a:cs typeface="+mn-lt"/>
              </a:rPr>
              <a:t> swap.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Pasul 3: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Alege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mutarea</a:t>
            </a:r>
            <a:r>
              <a:rPr lang="en-US" dirty="0">
                <a:ea typeface="+mn-lt"/>
                <a:cs typeface="+mn-lt"/>
              </a:rPr>
              <a:t> care </a:t>
            </a:r>
            <a:r>
              <a:rPr lang="en-US" dirty="0" err="1">
                <a:ea typeface="+mn-lt"/>
                <a:cs typeface="+mn-lt"/>
              </a:rPr>
              <a:t>aduce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punctajul</a:t>
            </a:r>
            <a:r>
              <a:rPr lang="en-US" b="1" dirty="0">
                <a:ea typeface="+mn-lt"/>
                <a:cs typeface="+mn-lt"/>
              </a:rPr>
              <a:t> maxim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acel</a:t>
            </a:r>
            <a:r>
              <a:rPr lang="en-US" dirty="0">
                <a:ea typeface="+mn-lt"/>
                <a:cs typeface="+mn-lt"/>
              </a:rPr>
              <a:t> moment.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Rezultat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Această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strategie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garantează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progresul</a:t>
            </a:r>
            <a:r>
              <a:rPr lang="en-US" dirty="0">
                <a:ea typeface="+mn-lt"/>
                <a:cs typeface="+mn-lt"/>
              </a:rPr>
              <a:t> constant </a:t>
            </a:r>
            <a:r>
              <a:rPr lang="en-US" dirty="0" err="1">
                <a:ea typeface="+mn-lt"/>
                <a:cs typeface="+mn-lt"/>
              </a:rPr>
              <a:t>către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ținta</a:t>
            </a:r>
            <a:r>
              <a:rPr lang="en-US" dirty="0">
                <a:ea typeface="+mn-lt"/>
                <a:cs typeface="+mn-lt"/>
              </a:rPr>
              <a:t> de 10.000 de </a:t>
            </a:r>
            <a:r>
              <a:rPr lang="en-US" dirty="0" err="1">
                <a:ea typeface="+mn-lt"/>
                <a:cs typeface="+mn-lt"/>
              </a:rPr>
              <a:t>puncte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evită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blocajele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>
                <a:latin typeface="Consolas"/>
              </a:rPr>
              <a:t>NO_MOVES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56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C15F-B4E3-0625-B5B1-86EAC983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Rezultate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și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Statistici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76E98-10F4-1A7F-9752-F2184386C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Succes:</a:t>
            </a:r>
            <a:r>
              <a:rPr lang="en-US">
                <a:ea typeface="+mn-lt"/>
                <a:cs typeface="+mn-lt"/>
              </a:rPr>
              <a:t> 100% din </a:t>
            </a:r>
            <a:r>
              <a:rPr lang="en-US" err="1">
                <a:ea typeface="+mn-lt"/>
                <a:cs typeface="+mn-lt"/>
              </a:rPr>
              <a:t>jocuri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ating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pragul</a:t>
            </a:r>
            <a:r>
              <a:rPr lang="en-US">
                <a:ea typeface="+mn-lt"/>
                <a:cs typeface="+mn-lt"/>
              </a:rPr>
              <a:t> de 10.000 </a:t>
            </a:r>
            <a:r>
              <a:rPr lang="en-US" err="1">
                <a:ea typeface="+mn-lt"/>
                <a:cs typeface="+mn-lt"/>
              </a:rPr>
              <a:t>puncte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Viteză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Timp total de </a:t>
            </a:r>
            <a:r>
              <a:rPr lang="en-US" dirty="0" err="1">
                <a:ea typeface="+mn-lt"/>
                <a:cs typeface="+mn-lt"/>
              </a:rPr>
              <a:t>execuție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redus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algoritm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eficient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Output: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Generare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automată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fișierului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summary.csv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analiză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Robust: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Gestionează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corect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cazurile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lipsă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mutări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reamestecare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oprire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controlată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9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458D-82B2-E19C-F684-F841D99C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Concluzii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734B9-41C8-DDA6-CD45-8F1687A87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Eficiență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Soluția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într</a:t>
            </a:r>
            <a:r>
              <a:rPr lang="en-US">
                <a:ea typeface="+mn-lt"/>
                <a:cs typeface="+mn-lt"/>
              </a:rPr>
              <a:t>-un </a:t>
            </a:r>
            <a:r>
              <a:rPr lang="en-US" err="1">
                <a:ea typeface="+mn-lt"/>
                <a:cs typeface="+mn-lt"/>
              </a:rPr>
              <a:t>singur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fișier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ușor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rulat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testat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integrat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Corectitudine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Respectă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toate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regulile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geometrice</a:t>
            </a:r>
            <a:r>
              <a:rPr lang="en-US">
                <a:ea typeface="+mn-lt"/>
                <a:cs typeface="+mn-lt"/>
              </a:rPr>
              <a:t> (L/T)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mecanica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joc</a:t>
            </a:r>
            <a:r>
              <a:rPr lang="en-US">
                <a:ea typeface="+mn-lt"/>
                <a:cs typeface="+mn-lt"/>
              </a:rPr>
              <a:t> (cascade).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Flexibilitate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Parametrii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dimensiune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tablă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țintă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scor</a:t>
            </a:r>
            <a:r>
              <a:rPr lang="en-US">
                <a:ea typeface="+mn-lt"/>
                <a:cs typeface="+mn-lt"/>
              </a:rPr>
              <a:t>) sunt </a:t>
            </a:r>
            <a:r>
              <a:rPr lang="en-US" err="1">
                <a:ea typeface="+mn-lt"/>
                <a:cs typeface="+mn-lt"/>
              </a:rPr>
              <a:t>configurabili</a:t>
            </a:r>
            <a:r>
              <a:rPr lang="en-US">
                <a:ea typeface="+mn-lt"/>
                <a:cs typeface="+mn-lt"/>
              </a:rPr>
              <a:t> din </a:t>
            </a:r>
            <a:r>
              <a:rPr lang="en-US" err="1">
                <a:ea typeface="+mn-lt"/>
                <a:cs typeface="+mn-lt"/>
              </a:rPr>
              <a:t>linia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comandă</a:t>
            </a:r>
            <a:r>
              <a:rPr lang="en-US">
                <a:ea typeface="+mn-lt"/>
                <a:cs typeface="+mn-lt"/>
              </a:rPr>
              <a:t> (CLI).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777510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SplashVTI</vt:lpstr>
      <vt:lpstr>Automatizare Joc Candy Crush</vt:lpstr>
      <vt:lpstr>Obiectivul Proiectului</vt:lpstr>
      <vt:lpstr>Structura Codului (Arhitectură)</vt:lpstr>
      <vt:lpstr>Algoritmul de Detecție</vt:lpstr>
      <vt:lpstr>Strategia Agentului (AI)</vt:lpstr>
      <vt:lpstr>Rezultate și Statistici</vt:lpstr>
      <vt:lpstr>Concluzii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</cp:revision>
  <dcterms:created xsi:type="dcterms:W3CDTF">2026-01-19T11:02:46Z</dcterms:created>
  <dcterms:modified xsi:type="dcterms:W3CDTF">2026-01-19T11:12:44Z</dcterms:modified>
</cp:coreProperties>
</file>