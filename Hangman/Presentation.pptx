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75D1B5-639C-212E-EEEF-4671133E7A38}" v="167" dt="2026-01-19T10:27:38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0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0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8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91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3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69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88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7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4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79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42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1" r:id="rId6"/>
    <p:sldLayoutId id="2147483797" r:id="rId7"/>
    <p:sldLayoutId id="2147483798" r:id="rId8"/>
    <p:sldLayoutId id="2147483799" r:id="rId9"/>
    <p:sldLayoutId id="2147483800" r:id="rId10"/>
    <p:sldLayoutId id="21474838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FDDB51C-975A-401A-408C-F6E07CEA22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35" b="899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  <a:cs typeface="Posterama"/>
              </a:rPr>
              <a:t>Algoritmul</a:t>
            </a:r>
            <a:br>
              <a:rPr lang="en-US">
                <a:solidFill>
                  <a:srgbClr val="FFFFFF"/>
                </a:solidFill>
                <a:cs typeface="Posterama"/>
              </a:rPr>
            </a:br>
            <a:r>
              <a:rPr lang="en-US">
                <a:solidFill>
                  <a:srgbClr val="FFFFFF"/>
                </a:solidFill>
                <a:cs typeface="Posterama"/>
              </a:rPr>
              <a:t>HANGMAN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 err="1">
                <a:solidFill>
                  <a:srgbClr val="FFFFFF"/>
                </a:solidFill>
              </a:rPr>
              <a:t>Realizat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endParaRPr lang="en-US" dirty="0"/>
          </a:p>
          <a:p>
            <a:r>
              <a:rPr lang="en-US" dirty="0">
                <a:solidFill>
                  <a:srgbClr val="FFFFFF"/>
                </a:solidFill>
              </a:rPr>
              <a:t>Molnar Razvan</a:t>
            </a:r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255F5-9B42-5DD7-82A9-134D3B887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OBIECTIVUL </a:t>
            </a:r>
            <a:r>
              <a:rPr lang="en-US" dirty="0" err="1"/>
              <a:t>proiectului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9CAAE-B5E7-5458-B053-7734A3E2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Scop: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Dezvoltarea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unui</a:t>
            </a:r>
            <a:r>
              <a:rPr lang="en-US" dirty="0">
                <a:ea typeface="+mn-lt"/>
                <a:cs typeface="+mn-lt"/>
              </a:rPr>
              <a:t> agent </a:t>
            </a:r>
            <a:r>
              <a:rPr lang="en-US" dirty="0" err="1">
                <a:ea typeface="+mn-lt"/>
                <a:cs typeface="+mn-lt"/>
              </a:rPr>
              <a:t>inteligent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capabil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ghicească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cuvinte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jocul</a:t>
            </a:r>
            <a:r>
              <a:rPr lang="en-US" dirty="0">
                <a:ea typeface="+mn-lt"/>
                <a:cs typeface="+mn-lt"/>
              </a:rPr>
              <a:t> Hangman cu un </a:t>
            </a:r>
            <a:r>
              <a:rPr lang="en-US" dirty="0" err="1">
                <a:ea typeface="+mn-lt"/>
                <a:cs typeface="+mn-lt"/>
              </a:rPr>
              <a:t>număr</a:t>
            </a:r>
            <a:r>
              <a:rPr lang="en-US" dirty="0">
                <a:ea typeface="+mn-lt"/>
                <a:cs typeface="+mn-lt"/>
              </a:rPr>
              <a:t> minim de </a:t>
            </a:r>
            <a:r>
              <a:rPr lang="en-US" dirty="0" err="1">
                <a:ea typeface="+mn-lt"/>
                <a:cs typeface="+mn-lt"/>
              </a:rPr>
              <a:t>încercări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Implementarea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soluții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bazate</a:t>
            </a:r>
            <a:r>
              <a:rPr lang="en-US" dirty="0">
                <a:ea typeface="+mn-lt"/>
                <a:cs typeface="+mn-lt"/>
              </a:rPr>
              <a:t> pe </a:t>
            </a:r>
            <a:r>
              <a:rPr lang="en-US" dirty="0" err="1">
                <a:ea typeface="+mn-lt"/>
                <a:cs typeface="+mn-lt"/>
              </a:rPr>
              <a:t>filtrare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dinamică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analiză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statistică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frecvenței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literelor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Tehnologii </a:t>
            </a:r>
            <a:r>
              <a:rPr lang="en-US" b="1" dirty="0" err="1">
                <a:ea typeface="+mn-lt"/>
                <a:cs typeface="+mn-lt"/>
              </a:rPr>
              <a:t>Utilizate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Limbaj</a:t>
            </a:r>
            <a:r>
              <a:rPr lang="en-US" dirty="0">
                <a:ea typeface="+mn-lt"/>
                <a:cs typeface="+mn-lt"/>
              </a:rPr>
              <a:t>: Python 3.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Biblioteci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cheie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>
                <a:latin typeface="Consolas"/>
              </a:rPr>
              <a:t>re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Expresii</a:t>
            </a:r>
            <a:r>
              <a:rPr lang="en-US" dirty="0">
                <a:ea typeface="+mn-lt"/>
                <a:cs typeface="+mn-lt"/>
              </a:rPr>
              <a:t> Regulate)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pattern matching, </a:t>
            </a:r>
            <a:r>
              <a:rPr lang="en-US" dirty="0" err="1">
                <a:latin typeface="Consolas"/>
              </a:rPr>
              <a:t>collections.Counter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statistici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latin typeface="Consolas"/>
              </a:rPr>
              <a:t>pathlib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gestionarea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fișierelor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770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9A6EE-A579-2C67-F643-17F289B8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Încărcarea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și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Procesarea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Datelor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8DD58-8EEE-465D-5BA1-F6B4DE0A1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Sursa </a:t>
            </a:r>
            <a:r>
              <a:rPr lang="en-US" b="1" dirty="0" err="1">
                <a:ea typeface="+mn-lt"/>
                <a:cs typeface="+mn-lt"/>
              </a:rPr>
              <a:t>Datelor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Dicționarul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cuvinte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încărcat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dintr</a:t>
            </a:r>
            <a:r>
              <a:rPr lang="en-US" dirty="0">
                <a:ea typeface="+mn-lt"/>
                <a:cs typeface="+mn-lt"/>
              </a:rPr>
              <a:t>-un </a:t>
            </a:r>
            <a:r>
              <a:rPr lang="en-US" dirty="0" err="1">
                <a:ea typeface="+mn-lt"/>
                <a:cs typeface="+mn-lt"/>
              </a:rPr>
              <a:t>fișier</a:t>
            </a:r>
            <a:r>
              <a:rPr lang="en-US" dirty="0">
                <a:ea typeface="+mn-lt"/>
                <a:cs typeface="+mn-lt"/>
              </a:rPr>
              <a:t> text extern (</a:t>
            </a:r>
            <a:r>
              <a:rPr lang="en-US" dirty="0">
                <a:latin typeface="Consolas"/>
              </a:rPr>
              <a:t>cuvinte.txt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Funcția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</a:rPr>
              <a:t>incarca_cuvinte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asigură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citirea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robustă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datelor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Curățarea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Datelor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Conversia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tuturor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cuvintelor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litere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mici</a:t>
            </a:r>
            <a:r>
              <a:rPr lang="en-US" dirty="0">
                <a:ea typeface="+mn-lt"/>
                <a:cs typeface="+mn-lt"/>
              </a:rPr>
              <a:t> (lowercase).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Eliminarea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caracterelor</a:t>
            </a:r>
            <a:r>
              <a:rPr lang="en-US" dirty="0">
                <a:ea typeface="+mn-lt"/>
                <a:cs typeface="+mn-lt"/>
              </a:rPr>
              <a:t> non-</a:t>
            </a:r>
            <a:r>
              <a:rPr lang="en-US" dirty="0" err="1">
                <a:ea typeface="+mn-lt"/>
                <a:cs typeface="+mn-lt"/>
              </a:rPr>
              <a:t>alfabetice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păstrarea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literelor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cratimelor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Ignorarea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liniilor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goale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corupte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preveni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erorile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timpul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execuției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967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1C3D-3B1D-A385-2874-85B95B29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Logica de </a:t>
            </a:r>
            <a:r>
              <a:rPr lang="en-US" dirty="0" err="1">
                <a:ea typeface="+mj-lt"/>
                <a:cs typeface="+mj-lt"/>
              </a:rPr>
              <a:t>Filtrare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dirty="0" err="1">
                <a:ea typeface="+mj-lt"/>
                <a:cs typeface="+mj-lt"/>
              </a:rPr>
              <a:t>Motorul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Algoritmului</a:t>
            </a:r>
            <a:r>
              <a:rPr lang="en-US" dirty="0">
                <a:ea typeface="+mj-lt"/>
                <a:cs typeface="+mj-lt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41C2-9346-CC67-72A1-B083E05C7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 err="1">
                <a:ea typeface="+mn-lt"/>
                <a:cs typeface="+mn-lt"/>
              </a:rPr>
              <a:t>Abordarea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Algoritmul</a:t>
            </a:r>
            <a:r>
              <a:rPr lang="en-US" dirty="0">
                <a:ea typeface="+mn-lt"/>
                <a:cs typeface="+mn-lt"/>
              </a:rPr>
              <a:t> nu </a:t>
            </a:r>
            <a:r>
              <a:rPr lang="en-US" dirty="0" err="1">
                <a:ea typeface="+mn-lt"/>
                <a:cs typeface="+mn-lt"/>
              </a:rPr>
              <a:t>ghicește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aleatoriu</a:t>
            </a:r>
            <a:r>
              <a:rPr lang="en-US" dirty="0">
                <a:ea typeface="+mn-lt"/>
                <a:cs typeface="+mn-lt"/>
              </a:rPr>
              <a:t>, ci reduce </a:t>
            </a:r>
            <a:r>
              <a:rPr lang="en-US" dirty="0" err="1">
                <a:ea typeface="+mn-lt"/>
                <a:cs typeface="+mn-lt"/>
              </a:rPr>
              <a:t>spațiul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căutare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după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fiecare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literă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dezvăluită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Utilizarea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Expresiilor</a:t>
            </a:r>
            <a:r>
              <a:rPr lang="en-US" b="1" dirty="0">
                <a:ea typeface="+mn-lt"/>
                <a:cs typeface="+mn-lt"/>
              </a:rPr>
              <a:t> Regulate (Regex):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Modelul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curent</a:t>
            </a:r>
            <a:r>
              <a:rPr lang="en-US" dirty="0">
                <a:ea typeface="+mn-lt"/>
                <a:cs typeface="+mn-lt"/>
              </a:rPr>
              <a:t> (ex: </a:t>
            </a:r>
            <a:r>
              <a:rPr lang="en-US" dirty="0">
                <a:latin typeface="Consolas"/>
              </a:rPr>
              <a:t>m*ș**a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transformat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într</a:t>
            </a:r>
            <a:r>
              <a:rPr lang="en-US" dirty="0">
                <a:ea typeface="+mn-lt"/>
                <a:cs typeface="+mn-lt"/>
              </a:rPr>
              <a:t>-un regex (ex: </a:t>
            </a:r>
            <a:r>
              <a:rPr lang="en-US" dirty="0">
                <a:latin typeface="Consolas"/>
              </a:rPr>
              <a:t>^</a:t>
            </a:r>
            <a:r>
              <a:rPr lang="en-US" dirty="0" err="1">
                <a:latin typeface="Consolas"/>
              </a:rPr>
              <a:t>m.ș..a</a:t>
            </a:r>
            <a:r>
              <a:rPr lang="en-US" dirty="0">
                <a:latin typeface="Consolas"/>
              </a:rPr>
              <a:t>$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Funcția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</a:rPr>
              <a:t>filtreaza_cuvinte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selectează</a:t>
            </a:r>
            <a:r>
              <a:rPr lang="en-US" dirty="0">
                <a:ea typeface="+mn-lt"/>
                <a:cs typeface="+mn-lt"/>
              </a:rPr>
              <a:t> din </a:t>
            </a:r>
            <a:r>
              <a:rPr lang="en-US" dirty="0" err="1">
                <a:ea typeface="+mn-lt"/>
                <a:cs typeface="+mn-lt"/>
              </a:rPr>
              <a:t>dicționar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cuvintele</a:t>
            </a:r>
            <a:r>
              <a:rPr lang="en-US" dirty="0">
                <a:ea typeface="+mn-lt"/>
                <a:cs typeface="+mn-lt"/>
              </a:rPr>
              <a:t> care se </a:t>
            </a:r>
            <a:r>
              <a:rPr lang="en-US" dirty="0" err="1">
                <a:ea typeface="+mn-lt"/>
                <a:cs typeface="+mn-lt"/>
              </a:rPr>
              <a:t>potrivesc</a:t>
            </a:r>
            <a:r>
              <a:rPr lang="en-US" dirty="0">
                <a:ea typeface="+mn-lt"/>
                <a:cs typeface="+mn-lt"/>
              </a:rPr>
              <a:t> perfect cu pattern-ul </a:t>
            </a:r>
            <a:r>
              <a:rPr lang="en-US" dirty="0" err="1">
                <a:ea typeface="+mn-lt"/>
                <a:cs typeface="+mn-lt"/>
              </a:rPr>
              <a:t>curent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Excluderea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Literelor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Greșite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aplică</a:t>
            </a:r>
            <a:r>
              <a:rPr lang="en-US" dirty="0">
                <a:ea typeface="+mn-lt"/>
                <a:cs typeface="+mn-lt"/>
              </a:rPr>
              <a:t> un </a:t>
            </a:r>
            <a:r>
              <a:rPr lang="en-US" dirty="0" err="1">
                <a:ea typeface="+mn-lt"/>
                <a:cs typeface="+mn-lt"/>
              </a:rPr>
              <a:t>filtru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suplimentar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elimina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cuvintele</a:t>
            </a:r>
            <a:r>
              <a:rPr lang="en-US" dirty="0">
                <a:ea typeface="+mn-lt"/>
                <a:cs typeface="+mn-lt"/>
              </a:rPr>
              <a:t> care </a:t>
            </a:r>
            <a:r>
              <a:rPr lang="en-US" dirty="0" err="1">
                <a:ea typeface="+mn-lt"/>
                <a:cs typeface="+mn-lt"/>
              </a:rPr>
              <a:t>conțin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litere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încercate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marcate</a:t>
            </a:r>
            <a:r>
              <a:rPr lang="en-US" dirty="0">
                <a:ea typeface="+mn-lt"/>
                <a:cs typeface="+mn-lt"/>
              </a:rPr>
              <a:t> ca </a:t>
            </a:r>
            <a:r>
              <a:rPr lang="en-US" dirty="0" err="1">
                <a:ea typeface="+mn-lt"/>
                <a:cs typeface="+mn-lt"/>
              </a:rPr>
              <a:t>incorecte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75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5B5A-7A2F-367B-67EC-F0F36386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Strategia</a:t>
            </a:r>
            <a:r>
              <a:rPr lang="en-US" dirty="0">
                <a:ea typeface="+mj-lt"/>
                <a:cs typeface="+mj-lt"/>
              </a:rPr>
              <a:t> de </a:t>
            </a:r>
            <a:r>
              <a:rPr lang="en-US" dirty="0" err="1">
                <a:ea typeface="+mj-lt"/>
                <a:cs typeface="+mj-lt"/>
              </a:rPr>
              <a:t>Selecție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Literelor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26069-2E1A-2379-E314-4502E66DC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10787"/>
            <a:ext cx="10691265" cy="423295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Analiza de </a:t>
            </a:r>
            <a:r>
              <a:rPr lang="en-US" b="1" dirty="0" err="1">
                <a:ea typeface="+mn-lt"/>
                <a:cs typeface="+mn-lt"/>
              </a:rPr>
              <a:t>Frecvență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După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filtrarea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listei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cuvinte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posibile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algoritmul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recalculează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frecvența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literelor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 err="1">
                <a:ea typeface="+mn-lt"/>
                <a:cs typeface="+mn-lt"/>
              </a:rPr>
              <a:t>doar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subsetul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rămas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Funcția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</a:rPr>
              <a:t>cea_mai_frecventa_litera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utilizează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Counter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Euristica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numără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aparițiile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fiecărei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litere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lista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filtrată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ignoră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literele</a:t>
            </a:r>
            <a:r>
              <a:rPr lang="en-US" dirty="0">
                <a:ea typeface="+mn-lt"/>
                <a:cs typeface="+mn-lt"/>
              </a:rPr>
              <a:t> care au </a:t>
            </a:r>
            <a:r>
              <a:rPr lang="en-US" dirty="0" err="1">
                <a:ea typeface="+mn-lt"/>
                <a:cs typeface="+mn-lt"/>
              </a:rPr>
              <a:t>fost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ghicite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alege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litera</a:t>
            </a:r>
            <a:r>
              <a:rPr lang="en-US" dirty="0">
                <a:ea typeface="+mn-lt"/>
                <a:cs typeface="+mn-lt"/>
              </a:rPr>
              <a:t> cu </a:t>
            </a:r>
            <a:r>
              <a:rPr lang="en-US" dirty="0" err="1">
                <a:ea typeface="+mn-lt"/>
                <a:cs typeface="+mn-lt"/>
              </a:rPr>
              <a:t>cea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</a:t>
            </a:r>
            <a:r>
              <a:rPr lang="en-US" dirty="0">
                <a:ea typeface="+mn-lt"/>
                <a:cs typeface="+mn-lt"/>
              </a:rPr>
              <a:t> mare </a:t>
            </a:r>
            <a:r>
              <a:rPr lang="en-US" dirty="0" err="1">
                <a:ea typeface="+mn-lt"/>
                <a:cs typeface="+mn-lt"/>
              </a:rPr>
              <a:t>probabilitate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apariție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Acest</a:t>
            </a:r>
            <a:r>
              <a:rPr lang="en-US" dirty="0">
                <a:ea typeface="+mn-lt"/>
                <a:cs typeface="+mn-lt"/>
              </a:rPr>
              <a:t> pas </a:t>
            </a:r>
            <a:r>
              <a:rPr lang="en-US" dirty="0" err="1">
                <a:ea typeface="+mn-lt"/>
                <a:cs typeface="+mn-lt"/>
              </a:rPr>
              <a:t>maximizează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șansele</a:t>
            </a:r>
            <a:r>
              <a:rPr lang="en-US" dirty="0">
                <a:ea typeface="+mn-lt"/>
                <a:cs typeface="+mn-lt"/>
              </a:rPr>
              <a:t> de a </a:t>
            </a:r>
            <a:r>
              <a:rPr lang="en-US" dirty="0" err="1">
                <a:ea typeface="+mn-lt"/>
                <a:cs typeface="+mn-lt"/>
              </a:rPr>
              <a:t>descoperi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caractere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de a </a:t>
            </a:r>
            <a:r>
              <a:rPr lang="en-US" dirty="0" err="1">
                <a:ea typeface="+mn-lt"/>
                <a:cs typeface="+mn-lt"/>
              </a:rPr>
              <a:t>restrânge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mult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lista</a:t>
            </a:r>
            <a:r>
              <a:rPr lang="en-US" dirty="0">
                <a:ea typeface="+mn-lt"/>
                <a:cs typeface="+mn-lt"/>
              </a:rPr>
              <a:t> la pasul </a:t>
            </a:r>
            <a:r>
              <a:rPr lang="en-US" dirty="0" err="1">
                <a:ea typeface="+mn-lt"/>
                <a:cs typeface="+mn-lt"/>
              </a:rPr>
              <a:t>următor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06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14F8-1303-F50D-37AD-63D396C9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Fluxul</a:t>
            </a:r>
            <a:r>
              <a:rPr lang="en-US" dirty="0">
                <a:ea typeface="+mj-lt"/>
                <a:cs typeface="+mj-lt"/>
              </a:rPr>
              <a:t> de </a:t>
            </a:r>
            <a:r>
              <a:rPr lang="en-US" dirty="0" err="1">
                <a:ea typeface="+mj-lt"/>
                <a:cs typeface="+mj-lt"/>
              </a:rPr>
              <a:t>Execuție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74F52-87DB-043F-F1AE-C580614B4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Funcția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latin typeface="Consolas"/>
              </a:rPr>
              <a:t>joaca_hangman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Inițializare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pornește</a:t>
            </a:r>
            <a:r>
              <a:rPr lang="en-US" dirty="0">
                <a:ea typeface="+mn-lt"/>
                <a:cs typeface="+mn-lt"/>
              </a:rPr>
              <a:t> cu un pattern </a:t>
            </a:r>
            <a:r>
              <a:rPr lang="en-US" dirty="0" err="1">
                <a:ea typeface="+mn-lt"/>
                <a:cs typeface="+mn-lt"/>
              </a:rPr>
              <a:t>mascat</a:t>
            </a:r>
            <a:r>
              <a:rPr lang="en-US" dirty="0">
                <a:ea typeface="+mn-lt"/>
                <a:cs typeface="+mn-lt"/>
              </a:rPr>
              <a:t> (ex: </a:t>
            </a:r>
            <a:r>
              <a:rPr lang="en-US" dirty="0">
                <a:latin typeface="Consolas"/>
              </a:rPr>
              <a:t>******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Bucla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Principală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execută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atâta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timp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cât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există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caractere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necunoscute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>
                <a:latin typeface="Consolas"/>
              </a:rPr>
              <a:t>*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_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Iterație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filtrează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dicționarul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alege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bună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literă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candidată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actualizează</a:t>
            </a:r>
            <a:r>
              <a:rPr lang="en-US" dirty="0">
                <a:ea typeface="+mn-lt"/>
                <a:cs typeface="+mn-lt"/>
              </a:rPr>
              <a:t> pattern-ul </a:t>
            </a:r>
            <a:r>
              <a:rPr lang="en-US" dirty="0" err="1">
                <a:ea typeface="+mn-lt"/>
                <a:cs typeface="+mn-lt"/>
              </a:rPr>
              <a:t>dacă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litera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corectă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incrementează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contorul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încercări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Finalizare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Returnează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numărul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încercări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necesare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soluționare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6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C4B53-B6E0-35BE-501D-5D36240C5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Concluzii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și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Rezultate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DCEA6-E084-9718-8C8B-44017DD59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10787"/>
            <a:ext cx="10691265" cy="44234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   </a:t>
            </a:r>
            <a:r>
              <a:rPr lang="en-US" b="1" dirty="0" err="1">
                <a:ea typeface="+mn-lt"/>
                <a:cs typeface="+mn-lt"/>
              </a:rPr>
              <a:t>Eficiență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Algoritmul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alisto MT"/>
                <a:ea typeface="+mn-lt"/>
                <a:cs typeface="+mn-lt"/>
              </a:rPr>
              <a:t>lucreaz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ă</a:t>
            </a:r>
            <a:r>
              <a:rPr lang="en-US" sz="1200" dirty="0">
                <a:solidFill>
                  <a:srgbClr val="F54E4B"/>
                </a:solidFill>
                <a:highlight>
                  <a:srgbClr val="FFFFFF"/>
                </a:highlight>
                <a:latin typeface="Ubuntu"/>
                <a:ea typeface="+mn-lt"/>
                <a:cs typeface="+mn-lt"/>
              </a:rPr>
              <a:t> </a:t>
            </a:r>
            <a:r>
              <a:rPr lang="en-US" dirty="0">
                <a:solidFill>
                  <a:srgbClr val="000000"/>
                </a:solidFill>
                <a:latin typeface="Calisto MT"/>
                <a:ea typeface="+mn-lt"/>
                <a:cs typeface="+mn-lt"/>
              </a:rPr>
              <a:t>rapid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către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soluție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reducând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exponențial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numărul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cuvinte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posibile</a:t>
            </a:r>
            <a:r>
              <a:rPr lang="en-US" dirty="0">
                <a:ea typeface="+mn-lt"/>
                <a:cs typeface="+mn-lt"/>
              </a:rPr>
              <a:t> cu </a:t>
            </a:r>
            <a:r>
              <a:rPr lang="en-US" dirty="0" err="1">
                <a:ea typeface="+mn-lt"/>
                <a:cs typeface="+mn-lt"/>
              </a:rPr>
              <a:t>fiecare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literă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ghicită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Utilizarea</a:t>
            </a:r>
            <a:r>
              <a:rPr lang="en-US" dirty="0">
                <a:ea typeface="+mn-lt"/>
                <a:cs typeface="+mn-lt"/>
              </a:rPr>
              <a:t> Regex </a:t>
            </a:r>
            <a:r>
              <a:rPr lang="en-US" dirty="0" err="1">
                <a:ea typeface="+mn-lt"/>
                <a:cs typeface="+mn-lt"/>
              </a:rPr>
              <a:t>asigură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precizie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maximă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filtrare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indent="0">
              <a:buNone/>
            </a:pPr>
            <a:r>
              <a:rPr lang="en-US" b="1" dirty="0" err="1">
                <a:ea typeface="+mn-lt"/>
                <a:cs typeface="+mn-lt"/>
              </a:rPr>
              <a:t>Limitări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Performanța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depinde</a:t>
            </a:r>
            <a:r>
              <a:rPr lang="en-US" dirty="0">
                <a:ea typeface="+mn-lt"/>
                <a:cs typeface="+mn-lt"/>
              </a:rPr>
              <a:t> direct de </a:t>
            </a:r>
            <a:r>
              <a:rPr lang="en-US" dirty="0" err="1">
                <a:ea typeface="+mn-lt"/>
                <a:cs typeface="+mn-lt"/>
              </a:rPr>
              <a:t>calitatea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completitudinea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dicționarului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cuvinte.txt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Cuvintele</a:t>
            </a:r>
            <a:r>
              <a:rPr lang="en-US" dirty="0">
                <a:ea typeface="+mn-lt"/>
                <a:cs typeface="+mn-lt"/>
              </a:rPr>
              <a:t> care nu </a:t>
            </a:r>
            <a:r>
              <a:rPr lang="en-US" dirty="0" err="1">
                <a:ea typeface="+mn-lt"/>
                <a:cs typeface="+mn-lt"/>
              </a:rPr>
              <a:t>există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dicționar</a:t>
            </a:r>
            <a:r>
              <a:rPr lang="en-US" dirty="0">
                <a:ea typeface="+mn-lt"/>
                <a:cs typeface="+mn-lt"/>
              </a:rPr>
              <a:t> nu pot fi </a:t>
            </a:r>
            <a:r>
              <a:rPr lang="en-US" dirty="0" err="1">
                <a:ea typeface="+mn-lt"/>
                <a:cs typeface="+mn-lt"/>
              </a:rPr>
              <a:t>ghicite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această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metodă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euristică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38583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ChronicleVTI</vt:lpstr>
      <vt:lpstr>Algoritmul HANGMAN</vt:lpstr>
      <vt:lpstr>OBIECTIVUL proiectului</vt:lpstr>
      <vt:lpstr>Încărcarea și Procesarea Datelor</vt:lpstr>
      <vt:lpstr>Logica de Filtrare (Motorul Algoritmului)</vt:lpstr>
      <vt:lpstr>Strategia de Selecție a Literelor</vt:lpstr>
      <vt:lpstr>Fluxul de Execuție</vt:lpstr>
      <vt:lpstr>Concluzii și Rezultate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61</cp:revision>
  <dcterms:created xsi:type="dcterms:W3CDTF">2026-01-19T10:03:15Z</dcterms:created>
  <dcterms:modified xsi:type="dcterms:W3CDTF">2026-01-19T10:38:53Z</dcterms:modified>
</cp:coreProperties>
</file>